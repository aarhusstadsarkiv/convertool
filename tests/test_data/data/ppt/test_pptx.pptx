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77" d="100"/>
          <a:sy n="77" d="100"/>
        </p:scale>
        <p:origin x="68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5E2631-C242-4925-93F2-FFEE5A1FA7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0DEC4EE3-9C43-4CE1-AEB3-CDF5D4A8C1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E9D73F6D-04E4-4EFD-BE43-DD6EED60D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E8762-88B3-44B6-A908-EB220F0C8776}" type="datetimeFigureOut">
              <a:rPr lang="da-DK" smtClean="0"/>
              <a:t>15-11-2019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B0C36290-6BB9-49B3-AEEB-C30ED6ACD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507E9A75-E450-4159-94D7-FE2460C60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73632-E335-41A6-8EE4-D4D73B9C169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29532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56F542-3B84-4C70-AC5A-F23C0F274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5C78B69-0EFD-4929-B654-12033E173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093E7A0A-11E6-476F-B143-6EFD0465E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E8762-88B3-44B6-A908-EB220F0C8776}" type="datetimeFigureOut">
              <a:rPr lang="da-DK" smtClean="0"/>
              <a:t>15-11-2019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338EE2D4-0C28-4E22-8E71-0232F9FDA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96D3C1F5-41A4-4C3D-89E0-460D653E8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73632-E335-41A6-8EE4-D4D73B9C169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16631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D6A342-C521-4144-A837-ADA33CBBB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BE8D60D8-A29D-4B17-870A-68D9CF015F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6DCBDAE8-C071-4B32-B42B-63DA748FD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E8762-88B3-44B6-A908-EB220F0C8776}" type="datetimeFigureOut">
              <a:rPr lang="da-DK" smtClean="0"/>
              <a:t>15-11-2019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AB4EE507-74F5-41B6-95F0-34D13DFC2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03B2672E-5530-4357-B00E-1ED45D00B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73632-E335-41A6-8EE4-D4D73B9C169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97592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95DCF2-492A-4843-8A38-2102A5AA0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2802D02-A909-4428-A6B7-5213EDAE58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D5F9EDBC-8E86-40C7-9199-87DE20C5F9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78EC38E5-9D23-4A80-B8BB-93697F7B6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E8762-88B3-44B6-A908-EB220F0C8776}" type="datetimeFigureOut">
              <a:rPr lang="da-DK" smtClean="0"/>
              <a:t>15-11-2019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0E3B19AE-2132-4F97-A701-81E17B431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02F9A4FC-20F7-49B2-AFA4-3C2C3AC4E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73632-E335-41A6-8EE4-D4D73B9C169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31293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CE1D23-4FC7-4B2E-AE86-AD31A2967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B580BBEA-C8DA-49C8-A044-BE97A8AF39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B711CEFA-BE4F-413D-AF65-905523B75F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2083426C-0205-4978-BA79-903839C6A2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6A4ECB35-6B8E-477A-8A8D-C8C9132FAF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7D0074A4-8332-481A-9EFF-1ACE89910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E8762-88B3-44B6-A908-EB220F0C8776}" type="datetimeFigureOut">
              <a:rPr lang="da-DK" smtClean="0"/>
              <a:t>15-11-2019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25B26E8E-F581-4BEF-B30A-DC23125CB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9B931D8E-0B15-4E6B-BB28-B51F7F8F6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73632-E335-41A6-8EE4-D4D73B9C169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47603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774BF7-C042-48D1-ACBA-0D11BE68C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AA124463-9A21-4152-B2F7-74FE111E5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E8762-88B3-44B6-A908-EB220F0C8776}" type="datetimeFigureOut">
              <a:rPr lang="da-DK" smtClean="0"/>
              <a:t>15-11-2019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4F7CE601-EACD-4DB7-8551-7EAFD5FB5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1B56F6DC-7A6E-4B3B-AE11-B34573500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73632-E335-41A6-8EE4-D4D73B9C169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75491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3D469639-26A9-41D1-9E84-C2E2A67C4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E8762-88B3-44B6-A908-EB220F0C8776}" type="datetimeFigureOut">
              <a:rPr lang="da-DK" smtClean="0"/>
              <a:t>15-11-2019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B68C5FA8-7D8B-4790-B714-3E230FBDE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132632A6-BE9D-4044-AC9C-A31F83C46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73632-E335-41A6-8EE4-D4D73B9C169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87067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588FDA-7EEE-4FB6-9EFF-146CF89CE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CD0E592-547A-4195-9661-77A3CDEE5E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9C9062DB-3157-4645-8108-C16FB31586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42C5D8E7-0C01-4105-9FC1-94A9900D2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E8762-88B3-44B6-A908-EB220F0C8776}" type="datetimeFigureOut">
              <a:rPr lang="da-DK" smtClean="0"/>
              <a:t>15-11-2019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FF8916BE-52A8-47FB-9649-97CDD02B4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ECCBA146-64C2-4415-B901-9881DE675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73632-E335-41A6-8EE4-D4D73B9C169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08841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08B6C1-69D7-4D40-BBCD-7FFB50BB7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FDF17C81-CE81-4129-8225-8EEE3F97D3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FEFD42F6-BAEC-4F67-BEF4-4FECC6119D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3530AB3B-A158-4CF9-8856-7FD962A6C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E8762-88B3-44B6-A908-EB220F0C8776}" type="datetimeFigureOut">
              <a:rPr lang="da-DK" smtClean="0"/>
              <a:t>15-11-2019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A4E21C98-7C7D-4306-91DC-8200A3A08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5062D99F-31E7-4746-81FE-1368277CE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73632-E335-41A6-8EE4-D4D73B9C169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4861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5A4C92-2A63-4974-A30B-D692E8135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0A9B8463-C3AB-4F2A-9FF5-5EF594B06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CE0D62AA-34F3-4CC8-88FF-04DA54DDA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E8762-88B3-44B6-A908-EB220F0C8776}" type="datetimeFigureOut">
              <a:rPr lang="da-DK" smtClean="0"/>
              <a:t>15-11-2019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22302850-4510-450E-8E2B-C2D94F8F9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AFD4D4CE-0147-44F7-A76B-331D43299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73632-E335-41A6-8EE4-D4D73B9C169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80911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A438E0D3-DC77-4AB0-BB3F-C0B435DC48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7366EF2A-7CBC-4154-9635-6FEA11B5A8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6D8D9DF4-F546-4399-B6BA-505732E4F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E8762-88B3-44B6-A908-EB220F0C8776}" type="datetimeFigureOut">
              <a:rPr lang="da-DK" smtClean="0"/>
              <a:t>15-11-2019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1D2A5BB3-7A36-4BEA-8CEB-021691A4A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A995F860-7DA5-4300-9F1A-ACDC17E9D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73632-E335-41A6-8EE4-D4D73B9C169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87385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ADB963E5-40A8-474C-AB47-837A7DEA8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EBDF17E0-BF60-4309-B266-4381A20E5C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C9773636-84E4-4B97-A1CC-B66C59C59A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DE8762-88B3-44B6-A908-EB220F0C8776}" type="datetimeFigureOut">
              <a:rPr lang="da-DK" smtClean="0"/>
              <a:t>15-11-2019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9CE48A79-075D-48BA-BEA7-20FBD40681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0E6E71A3-B88D-4066-B540-16EF4A3D1A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973632-E335-41A6-8EE4-D4D73B9C169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93066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642E14-A175-43B8-A6F9-F76A507330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0333F0DF-1F21-4164-A421-647B0C54F9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 </a:t>
            </a:r>
            <a:endParaRPr lang="da-DK" dirty="0"/>
          </a:p>
          <a:p>
            <a:endParaRPr lang="da-DK" dirty="0"/>
          </a:p>
        </p:txBody>
      </p:sp>
      <p:pic>
        <p:nvPicPr>
          <p:cNvPr id="1026" name="Billede 1463404166">
            <a:extLst>
              <a:ext uri="{FF2B5EF4-FFF2-40B4-BE49-F238E27FC236}">
                <a16:creationId xmlns:a16="http://schemas.microsoft.com/office/drawing/2014/main" id="{A29B878F-0501-4873-BD8E-2B1E74F7A8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262" y="689225"/>
            <a:ext cx="5641475" cy="564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49636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2D6C6F-ACB2-4D16-9C80-4651BD5B0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5AAAE40-B38B-4E1C-A157-0D3844FCE1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Justo </a:t>
            </a:r>
            <a:r>
              <a:rPr lang="en-US" dirty="0" err="1"/>
              <a:t>donec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diam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pharetra. Dui </a:t>
            </a:r>
            <a:r>
              <a:rPr lang="en-US" dirty="0" err="1"/>
              <a:t>vivamus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gravida dictum </a:t>
            </a:r>
            <a:r>
              <a:rPr lang="en-US" dirty="0" err="1"/>
              <a:t>fusce</a:t>
            </a:r>
            <a:r>
              <a:rPr lang="en-US" dirty="0"/>
              <a:t>. Id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mi ipsum </a:t>
            </a:r>
            <a:r>
              <a:rPr lang="en-US" dirty="0" err="1"/>
              <a:t>faucibus</a:t>
            </a:r>
            <a:r>
              <a:rPr lang="en-US" dirty="0"/>
              <a:t>.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sem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pharetra diam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. Tellus </a:t>
            </a:r>
            <a:r>
              <a:rPr lang="en-US" dirty="0" err="1"/>
              <a:t>orci</a:t>
            </a:r>
            <a:r>
              <a:rPr lang="en-US" dirty="0"/>
              <a:t> ac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 </a:t>
            </a:r>
            <a:r>
              <a:rPr lang="en-US" dirty="0" err="1"/>
              <a:t>neque</a:t>
            </a:r>
            <a:r>
              <a:rPr lang="en-US" dirty="0"/>
              <a:t> gravida. Tellus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non </a:t>
            </a:r>
            <a:r>
              <a:rPr lang="en-US" dirty="0" err="1"/>
              <a:t>blandit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dui. Libero </a:t>
            </a:r>
            <a:r>
              <a:rPr lang="en-US" dirty="0" err="1"/>
              <a:t>nunc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sit.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purus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pulvinar.</a:t>
            </a:r>
            <a:endParaRPr lang="da-DK" dirty="0"/>
          </a:p>
          <a:p>
            <a:r>
              <a:rPr lang="en-US" dirty="0"/>
              <a:t>Massa </a:t>
            </a:r>
            <a:r>
              <a:rPr lang="en-US" dirty="0" err="1"/>
              <a:t>sapien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et </a:t>
            </a:r>
            <a:r>
              <a:rPr lang="en-US" dirty="0" err="1"/>
              <a:t>molestie</a:t>
            </a:r>
            <a:r>
              <a:rPr lang="en-US" dirty="0"/>
              <a:t> ac </a:t>
            </a:r>
            <a:r>
              <a:rPr lang="en-US" dirty="0" err="1"/>
              <a:t>feugiat</a:t>
            </a:r>
            <a:r>
              <a:rPr lang="en-US" dirty="0"/>
              <a:t> sed </a:t>
            </a:r>
            <a:r>
              <a:rPr lang="en-US" dirty="0" err="1"/>
              <a:t>lectus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imperdiet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pulvinar </a:t>
            </a:r>
            <a:r>
              <a:rPr lang="en-US" dirty="0" err="1"/>
              <a:t>sapien</a:t>
            </a:r>
            <a:r>
              <a:rPr lang="en-US" dirty="0"/>
              <a:t> et. </a:t>
            </a:r>
            <a:r>
              <a:rPr lang="en-US" dirty="0" err="1"/>
              <a:t>Blandit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in. </a:t>
            </a:r>
            <a:r>
              <a:rPr lang="en-US" dirty="0" err="1"/>
              <a:t>Orci</a:t>
            </a:r>
            <a:r>
              <a:rPr lang="en-US" dirty="0"/>
              <a:t> ac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 </a:t>
            </a:r>
            <a:r>
              <a:rPr lang="en-US" dirty="0" err="1"/>
              <a:t>neque</a:t>
            </a:r>
            <a:r>
              <a:rPr lang="en-US" dirty="0"/>
              <a:t> gravida in fermentum. Eu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ipsum. </a:t>
            </a:r>
            <a:r>
              <a:rPr lang="en-US" dirty="0" err="1"/>
              <a:t>Quam</a:t>
            </a:r>
            <a:r>
              <a:rPr lang="en-US" dirty="0"/>
              <a:t> id </a:t>
            </a:r>
            <a:r>
              <a:rPr lang="en-US" dirty="0" err="1"/>
              <a:t>leo</a:t>
            </a:r>
            <a:r>
              <a:rPr lang="en-US" dirty="0"/>
              <a:t> in vitae. </a:t>
            </a:r>
            <a:r>
              <a:rPr lang="en-US" dirty="0" err="1"/>
              <a:t>Tortor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id porta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venenatis</a:t>
            </a:r>
            <a:r>
              <a:rPr lang="en-US" dirty="0"/>
              <a:t> </a:t>
            </a:r>
            <a:r>
              <a:rPr lang="en-US" dirty="0" err="1"/>
              <a:t>cras</a:t>
            </a:r>
            <a:r>
              <a:rPr lang="en-US" dirty="0"/>
              <a:t> sed </a:t>
            </a:r>
            <a:r>
              <a:rPr lang="en-US" dirty="0" err="1"/>
              <a:t>felis</a:t>
            </a:r>
            <a:r>
              <a:rPr lang="en-US" dirty="0"/>
              <a:t>. </a:t>
            </a:r>
            <a:r>
              <a:rPr lang="en-US" dirty="0" err="1"/>
              <a:t>Metus</a:t>
            </a:r>
            <a:r>
              <a:rPr lang="en-US" dirty="0"/>
              <a:t> dictum at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a </a:t>
            </a:r>
            <a:r>
              <a:rPr lang="en-US" dirty="0" err="1"/>
              <a:t>lacus</a:t>
            </a:r>
            <a:r>
              <a:rPr lang="en-US" dirty="0"/>
              <a:t> vestibulum. </a:t>
            </a:r>
            <a:r>
              <a:rPr lang="da-DK" dirty="0" err="1"/>
              <a:t>Tempor</a:t>
            </a:r>
            <a:r>
              <a:rPr lang="da-DK" dirty="0"/>
              <a:t> </a:t>
            </a:r>
            <a:r>
              <a:rPr lang="da-DK" dirty="0" err="1"/>
              <a:t>orci</a:t>
            </a:r>
            <a:r>
              <a:rPr lang="da-DK" dirty="0"/>
              <a:t> </a:t>
            </a:r>
            <a:r>
              <a:rPr lang="da-DK" dirty="0" err="1"/>
              <a:t>eu</a:t>
            </a:r>
            <a:r>
              <a:rPr lang="da-DK" dirty="0"/>
              <a:t> </a:t>
            </a:r>
            <a:r>
              <a:rPr lang="da-DK" dirty="0" err="1"/>
              <a:t>lobortis</a:t>
            </a:r>
            <a:r>
              <a:rPr lang="da-DK" dirty="0"/>
              <a:t> </a:t>
            </a:r>
            <a:r>
              <a:rPr lang="da-DK" dirty="0" err="1"/>
              <a:t>elementum</a:t>
            </a:r>
            <a:r>
              <a:rPr lang="da-DK" dirty="0"/>
              <a:t> </a:t>
            </a:r>
            <a:r>
              <a:rPr lang="da-DK" dirty="0" err="1"/>
              <a:t>nibh</a:t>
            </a:r>
            <a:r>
              <a:rPr lang="da-DK" dirty="0"/>
              <a:t> </a:t>
            </a:r>
            <a:r>
              <a:rPr lang="da-DK" dirty="0" err="1"/>
              <a:t>tellus</a:t>
            </a:r>
            <a:r>
              <a:rPr lang="da-DK" dirty="0"/>
              <a:t>. </a:t>
            </a:r>
            <a:r>
              <a:rPr lang="da-DK" dirty="0" err="1"/>
              <a:t>Interdum</a:t>
            </a:r>
            <a:r>
              <a:rPr lang="da-DK" dirty="0"/>
              <a:t> </a:t>
            </a:r>
            <a:r>
              <a:rPr lang="da-DK" dirty="0" err="1"/>
              <a:t>varius</a:t>
            </a:r>
            <a:r>
              <a:rPr lang="da-DK" dirty="0"/>
              <a:t> sit </a:t>
            </a:r>
            <a:r>
              <a:rPr lang="da-DK" dirty="0" err="1"/>
              <a:t>amet</a:t>
            </a:r>
            <a:r>
              <a:rPr lang="da-DK" dirty="0"/>
              <a:t> </a:t>
            </a:r>
            <a:r>
              <a:rPr lang="da-DK" dirty="0" err="1"/>
              <a:t>mattis</a:t>
            </a:r>
            <a:r>
              <a:rPr lang="da-DK" dirty="0"/>
              <a:t> </a:t>
            </a:r>
            <a:r>
              <a:rPr lang="da-DK" dirty="0" err="1"/>
              <a:t>vulputate</a:t>
            </a:r>
            <a:r>
              <a:rPr lang="da-DK" dirty="0"/>
              <a:t> </a:t>
            </a:r>
            <a:r>
              <a:rPr lang="da-DK" dirty="0" err="1"/>
              <a:t>enim</a:t>
            </a:r>
            <a:r>
              <a:rPr lang="da-DK" dirty="0"/>
              <a:t> </a:t>
            </a:r>
            <a:r>
              <a:rPr lang="da-DK" dirty="0" err="1"/>
              <a:t>nulla</a:t>
            </a:r>
            <a:r>
              <a:rPr lang="da-DK" dirty="0"/>
              <a:t>. Id diam vel </a:t>
            </a:r>
            <a:r>
              <a:rPr lang="da-DK" dirty="0" err="1"/>
              <a:t>quam</a:t>
            </a:r>
            <a:r>
              <a:rPr lang="da-DK" dirty="0"/>
              <a:t> </a:t>
            </a:r>
            <a:r>
              <a:rPr lang="da-DK" dirty="0" err="1"/>
              <a:t>elementum</a:t>
            </a:r>
            <a:r>
              <a:rPr lang="da-DK" dirty="0"/>
              <a:t> </a:t>
            </a:r>
            <a:r>
              <a:rPr lang="da-DK" dirty="0" err="1"/>
              <a:t>pulvinar</a:t>
            </a:r>
            <a:r>
              <a:rPr lang="da-DK" dirty="0"/>
              <a:t>. </a:t>
            </a:r>
            <a:r>
              <a:rPr lang="en-US" dirty="0"/>
              <a:t>Diam in </a:t>
            </a:r>
            <a:r>
              <a:rPr lang="en-US" dirty="0" err="1"/>
              <a:t>arcu</a:t>
            </a:r>
            <a:r>
              <a:rPr lang="en-US" dirty="0"/>
              <a:t> cursus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. Nunc mi ipsum </a:t>
            </a:r>
            <a:r>
              <a:rPr lang="en-US" dirty="0" err="1"/>
              <a:t>faucibus</a:t>
            </a:r>
            <a:r>
              <a:rPr lang="en-US" dirty="0"/>
              <a:t> vitae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. Sed </a:t>
            </a:r>
            <a:r>
              <a:rPr lang="en-US" dirty="0" err="1"/>
              <a:t>elementum</a:t>
            </a:r>
            <a:r>
              <a:rPr lang="en-US" dirty="0"/>
              <a:t> tempus </a:t>
            </a:r>
            <a:r>
              <a:rPr lang="en-US" dirty="0" err="1"/>
              <a:t>egestas</a:t>
            </a:r>
            <a:r>
              <a:rPr lang="en-US" dirty="0"/>
              <a:t> sed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quam</a:t>
            </a:r>
            <a:r>
              <a:rPr lang="en-US" dirty="0"/>
              <a:t>. </a:t>
            </a:r>
            <a:r>
              <a:rPr lang="en-US" dirty="0" err="1"/>
              <a:t>Blandit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 </a:t>
            </a:r>
            <a:r>
              <a:rPr lang="en-US" dirty="0" err="1"/>
              <a:t>maecenas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 </a:t>
            </a:r>
            <a:r>
              <a:rPr lang="en-US" dirty="0" err="1"/>
              <a:t>blandit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</a:t>
            </a:r>
            <a:r>
              <a:rPr lang="en-US" dirty="0" err="1"/>
              <a:t>Velit</a:t>
            </a:r>
            <a:r>
              <a:rPr lang="en-US" dirty="0"/>
              <a:t> sed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.</a:t>
            </a:r>
            <a:endParaRPr lang="da-DK" dirty="0"/>
          </a:p>
          <a:p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suspendisse</a:t>
            </a:r>
            <a:r>
              <a:rPr lang="en-US" dirty="0"/>
              <a:t> in est. Libero id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nullam</a:t>
            </a:r>
            <a:r>
              <a:rPr lang="en-US" dirty="0"/>
              <a:t> non nisi est. </a:t>
            </a:r>
            <a:r>
              <a:rPr lang="en-US" dirty="0" err="1"/>
              <a:t>Adipiscing</a:t>
            </a:r>
            <a:r>
              <a:rPr lang="en-US" dirty="0"/>
              <a:t> diam </a:t>
            </a:r>
            <a:r>
              <a:rPr lang="en-US" dirty="0" err="1"/>
              <a:t>donec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pharetra magna ac </a:t>
            </a:r>
            <a:r>
              <a:rPr lang="en-US" dirty="0" err="1"/>
              <a:t>placerat</a:t>
            </a:r>
            <a:r>
              <a:rPr lang="en-US" dirty="0"/>
              <a:t> vestibulum </a:t>
            </a:r>
            <a:r>
              <a:rPr lang="en-US" dirty="0" err="1"/>
              <a:t>lectus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. Id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ut.</a:t>
            </a:r>
            <a:r>
              <a:rPr lang="en-US" dirty="0"/>
              <a:t> Ac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 </a:t>
            </a:r>
            <a:r>
              <a:rPr lang="en-US" dirty="0" err="1"/>
              <a:t>neque</a:t>
            </a:r>
            <a:r>
              <a:rPr lang="en-US" dirty="0"/>
              <a:t> gravida in. Nunc sed id semper </a:t>
            </a:r>
            <a:r>
              <a:rPr lang="en-US" dirty="0" err="1"/>
              <a:t>risus</a:t>
            </a:r>
            <a:r>
              <a:rPr lang="en-US" dirty="0"/>
              <a:t> in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da-DK" dirty="0" err="1"/>
              <a:t>Hac</a:t>
            </a:r>
            <a:r>
              <a:rPr lang="da-DK" dirty="0"/>
              <a:t> </a:t>
            </a:r>
            <a:r>
              <a:rPr lang="da-DK" dirty="0" err="1"/>
              <a:t>habitasse</a:t>
            </a:r>
            <a:r>
              <a:rPr lang="da-DK" dirty="0"/>
              <a:t> </a:t>
            </a:r>
            <a:r>
              <a:rPr lang="da-DK" dirty="0" err="1"/>
              <a:t>platea</a:t>
            </a:r>
            <a:r>
              <a:rPr lang="da-DK" dirty="0"/>
              <a:t> </a:t>
            </a:r>
            <a:r>
              <a:rPr lang="da-DK" dirty="0" err="1"/>
              <a:t>dictumst</a:t>
            </a:r>
            <a:r>
              <a:rPr lang="da-DK" dirty="0"/>
              <a:t> </a:t>
            </a:r>
            <a:r>
              <a:rPr lang="da-DK" dirty="0" err="1"/>
              <a:t>quisque</a:t>
            </a:r>
            <a:r>
              <a:rPr lang="da-DK" dirty="0"/>
              <a:t> </a:t>
            </a:r>
            <a:r>
              <a:rPr lang="da-DK" dirty="0" err="1"/>
              <a:t>sagittis</a:t>
            </a:r>
            <a:r>
              <a:rPr lang="da-DK" dirty="0"/>
              <a:t> </a:t>
            </a:r>
            <a:r>
              <a:rPr lang="da-DK" dirty="0" err="1"/>
              <a:t>purus</a:t>
            </a:r>
            <a:r>
              <a:rPr lang="da-DK" dirty="0"/>
              <a:t> sit </a:t>
            </a:r>
            <a:r>
              <a:rPr lang="da-DK" dirty="0" err="1"/>
              <a:t>amet</a:t>
            </a:r>
            <a:r>
              <a:rPr lang="da-DK" dirty="0"/>
              <a:t> volutpat. </a:t>
            </a:r>
            <a:r>
              <a:rPr lang="da-DK" dirty="0" err="1"/>
              <a:t>Etiam</a:t>
            </a:r>
            <a:r>
              <a:rPr lang="da-DK" dirty="0"/>
              <a:t> </a:t>
            </a:r>
            <a:r>
              <a:rPr lang="da-DK" dirty="0" err="1"/>
              <a:t>dignissim</a:t>
            </a:r>
            <a:r>
              <a:rPr lang="da-DK" dirty="0"/>
              <a:t> diam </a:t>
            </a:r>
            <a:r>
              <a:rPr lang="da-DK" dirty="0" err="1"/>
              <a:t>quis</a:t>
            </a:r>
            <a:r>
              <a:rPr lang="da-DK" dirty="0"/>
              <a:t> </a:t>
            </a:r>
            <a:r>
              <a:rPr lang="da-DK" dirty="0" err="1"/>
              <a:t>enim</a:t>
            </a:r>
            <a:r>
              <a:rPr lang="da-DK" dirty="0"/>
              <a:t> </a:t>
            </a:r>
            <a:r>
              <a:rPr lang="da-DK" dirty="0" err="1"/>
              <a:t>lobortis</a:t>
            </a:r>
            <a:r>
              <a:rPr lang="da-DK" dirty="0"/>
              <a:t>. Et </a:t>
            </a:r>
            <a:r>
              <a:rPr lang="da-DK" dirty="0" err="1"/>
              <a:t>netus</a:t>
            </a:r>
            <a:r>
              <a:rPr lang="da-DK" dirty="0"/>
              <a:t> et </a:t>
            </a:r>
            <a:r>
              <a:rPr lang="da-DK" dirty="0" err="1"/>
              <a:t>malesuada</a:t>
            </a:r>
            <a:r>
              <a:rPr lang="da-DK" dirty="0"/>
              <a:t> </a:t>
            </a:r>
            <a:r>
              <a:rPr lang="da-DK" dirty="0" err="1"/>
              <a:t>fames</a:t>
            </a:r>
            <a:r>
              <a:rPr lang="da-DK" dirty="0"/>
              <a:t> ac.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a </a:t>
            </a:r>
            <a:r>
              <a:rPr lang="en-US" dirty="0" err="1"/>
              <a:t>lacus</a:t>
            </a:r>
            <a:r>
              <a:rPr lang="en-US" dirty="0"/>
              <a:t> vestibulum sed </a:t>
            </a:r>
            <a:r>
              <a:rPr lang="en-US" dirty="0" err="1"/>
              <a:t>arcu</a:t>
            </a:r>
            <a:r>
              <a:rPr lang="en-US" dirty="0"/>
              <a:t> non </a:t>
            </a:r>
            <a:r>
              <a:rPr lang="en-US" dirty="0" err="1"/>
              <a:t>odio</a:t>
            </a:r>
            <a:r>
              <a:rPr lang="en-US" dirty="0"/>
              <a:t>. At in </a:t>
            </a:r>
            <a:r>
              <a:rPr lang="en-US" dirty="0" err="1"/>
              <a:t>tellus</a:t>
            </a:r>
            <a:r>
              <a:rPr lang="en-US" dirty="0"/>
              <a:t> integer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. </a:t>
            </a:r>
            <a:r>
              <a:rPr lang="en-US" dirty="0" err="1"/>
              <a:t>Sagittis</a:t>
            </a:r>
            <a:r>
              <a:rPr lang="en-US" dirty="0"/>
              <a:t> </a:t>
            </a:r>
            <a:r>
              <a:rPr lang="en-US" dirty="0" err="1"/>
              <a:t>purus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</a:t>
            </a:r>
            <a:r>
              <a:rPr lang="en-US" dirty="0" err="1"/>
              <a:t>Metus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 mi in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. </a:t>
            </a:r>
            <a:r>
              <a:rPr lang="en-US" dirty="0" err="1"/>
              <a:t>Elementum</a:t>
            </a:r>
            <a:r>
              <a:rPr lang="en-US" dirty="0"/>
              <a:t> pulvinar </a:t>
            </a:r>
            <a:r>
              <a:rPr lang="en-US" dirty="0" err="1"/>
              <a:t>etiam</a:t>
            </a:r>
            <a:r>
              <a:rPr lang="en-US" dirty="0"/>
              <a:t> non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lacus</a:t>
            </a:r>
            <a:r>
              <a:rPr lang="en-US" dirty="0"/>
              <a:t>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.</a:t>
            </a:r>
            <a:endParaRPr lang="da-DK" dirty="0"/>
          </a:p>
          <a:p>
            <a:r>
              <a:rPr lang="en-US" dirty="0" err="1"/>
              <a:t>Porttitor</a:t>
            </a:r>
            <a:r>
              <a:rPr lang="en-US" dirty="0"/>
              <a:t> </a:t>
            </a:r>
            <a:r>
              <a:rPr lang="en-US" dirty="0" err="1"/>
              <a:t>lacus</a:t>
            </a:r>
            <a:r>
              <a:rPr lang="en-US" dirty="0"/>
              <a:t> </a:t>
            </a:r>
            <a:r>
              <a:rPr lang="en-US" dirty="0" err="1"/>
              <a:t>luctus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 ac. </a:t>
            </a:r>
            <a:r>
              <a:rPr lang="en-US" dirty="0" err="1"/>
              <a:t>Dapibus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in </a:t>
            </a:r>
            <a:r>
              <a:rPr lang="en-US" dirty="0" err="1"/>
              <a:t>iaculis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. Vestibulum sed </a:t>
            </a:r>
            <a:r>
              <a:rPr lang="en-US" dirty="0" err="1"/>
              <a:t>arcu</a:t>
            </a:r>
            <a:r>
              <a:rPr lang="en-US" dirty="0"/>
              <a:t> non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lacinia at </a:t>
            </a:r>
            <a:r>
              <a:rPr lang="en-US" dirty="0" err="1"/>
              <a:t>quis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id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 id. </a:t>
            </a:r>
            <a:r>
              <a:rPr lang="da-DK" dirty="0" err="1"/>
              <a:t>Aliquam</a:t>
            </a:r>
            <a:r>
              <a:rPr lang="da-DK" dirty="0"/>
              <a:t> id diam </a:t>
            </a:r>
            <a:r>
              <a:rPr lang="da-DK" dirty="0" err="1"/>
              <a:t>maecenas</a:t>
            </a:r>
            <a:r>
              <a:rPr lang="da-DK" dirty="0"/>
              <a:t> </a:t>
            </a:r>
            <a:r>
              <a:rPr lang="da-DK" dirty="0" err="1"/>
              <a:t>ultricies</a:t>
            </a:r>
            <a:r>
              <a:rPr lang="da-DK" dirty="0"/>
              <a:t> mi eget. Ut </a:t>
            </a:r>
            <a:r>
              <a:rPr lang="da-DK" dirty="0" err="1"/>
              <a:t>placerat</a:t>
            </a:r>
            <a:r>
              <a:rPr lang="da-DK" dirty="0"/>
              <a:t> </a:t>
            </a:r>
            <a:r>
              <a:rPr lang="da-DK" dirty="0" err="1"/>
              <a:t>orci</a:t>
            </a:r>
            <a:r>
              <a:rPr lang="da-DK" dirty="0"/>
              <a:t> </a:t>
            </a:r>
            <a:r>
              <a:rPr lang="da-DK" dirty="0" err="1"/>
              <a:t>nulla</a:t>
            </a:r>
            <a:r>
              <a:rPr lang="da-DK" dirty="0"/>
              <a:t> </a:t>
            </a:r>
            <a:r>
              <a:rPr lang="da-DK" dirty="0" err="1"/>
              <a:t>pellentesque</a:t>
            </a:r>
            <a:r>
              <a:rPr lang="da-DK" dirty="0"/>
              <a:t> </a:t>
            </a:r>
            <a:r>
              <a:rPr lang="da-DK" dirty="0" err="1"/>
              <a:t>dignissim</a:t>
            </a:r>
            <a:r>
              <a:rPr lang="da-DK" dirty="0"/>
              <a:t> </a:t>
            </a:r>
            <a:r>
              <a:rPr lang="da-DK" dirty="0" err="1"/>
              <a:t>enim</a:t>
            </a:r>
            <a:r>
              <a:rPr lang="da-DK" dirty="0"/>
              <a:t> sit </a:t>
            </a:r>
            <a:r>
              <a:rPr lang="da-DK" dirty="0" err="1"/>
              <a:t>amet</a:t>
            </a:r>
            <a:r>
              <a:rPr lang="da-DK" dirty="0"/>
              <a:t> </a:t>
            </a:r>
            <a:r>
              <a:rPr lang="da-DK" dirty="0" err="1"/>
              <a:t>venenatis</a:t>
            </a:r>
            <a:r>
              <a:rPr lang="da-DK" dirty="0"/>
              <a:t>. </a:t>
            </a:r>
            <a:r>
              <a:rPr lang="en-US" dirty="0"/>
              <a:t>Mattis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justo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dui. Purus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suspendisse</a:t>
            </a:r>
            <a:r>
              <a:rPr lang="en-US" dirty="0"/>
              <a:t> sed nisi </a:t>
            </a:r>
            <a:r>
              <a:rPr lang="en-US" dirty="0" err="1"/>
              <a:t>lacus</a:t>
            </a:r>
            <a:r>
              <a:rPr lang="en-US" dirty="0"/>
              <a:t> sed </a:t>
            </a:r>
            <a:r>
              <a:rPr lang="en-US" dirty="0" err="1"/>
              <a:t>viverra</a:t>
            </a:r>
            <a:r>
              <a:rPr lang="en-US" dirty="0"/>
              <a:t>. Gravida in fermentum et </a:t>
            </a:r>
            <a:r>
              <a:rPr lang="en-US" dirty="0" err="1"/>
              <a:t>sollicitudin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phasellus</a:t>
            </a:r>
            <a:r>
              <a:rPr lang="en-US" dirty="0"/>
              <a:t>. Vitae tempus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nam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sem.</a:t>
            </a:r>
            <a:endParaRPr lang="da-DK" dirty="0"/>
          </a:p>
          <a:p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. Non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quisque</a:t>
            </a:r>
            <a:r>
              <a:rPr lang="en-US" dirty="0"/>
              <a:t> id diam vel. </a:t>
            </a:r>
            <a:r>
              <a:rPr lang="en-US" dirty="0" err="1"/>
              <a:t>Eget</a:t>
            </a:r>
            <a:r>
              <a:rPr lang="en-US" dirty="0"/>
              <a:t> magna fermentum </a:t>
            </a:r>
            <a:r>
              <a:rPr lang="en-US" dirty="0" err="1"/>
              <a:t>iaculis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non diam. Duis at </a:t>
            </a:r>
            <a:r>
              <a:rPr lang="en-US" dirty="0" err="1"/>
              <a:t>consectetur</a:t>
            </a:r>
            <a:r>
              <a:rPr lang="en-US" dirty="0"/>
              <a:t> lorem </a:t>
            </a:r>
            <a:r>
              <a:rPr lang="en-US" dirty="0" err="1"/>
              <a:t>donec</a:t>
            </a:r>
            <a:r>
              <a:rPr lang="en-US" dirty="0"/>
              <a:t>.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.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purus</a:t>
            </a:r>
            <a:r>
              <a:rPr lang="en-US" dirty="0"/>
              <a:t> semper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duis</a:t>
            </a:r>
            <a:r>
              <a:rPr lang="en-US" dirty="0"/>
              <a:t> at. </a:t>
            </a:r>
            <a:r>
              <a:rPr lang="da-DK" dirty="0" err="1"/>
              <a:t>Ullamcorper</a:t>
            </a:r>
            <a:r>
              <a:rPr lang="da-DK" dirty="0"/>
              <a:t> eget </a:t>
            </a:r>
            <a:r>
              <a:rPr lang="da-DK" dirty="0" err="1"/>
              <a:t>nulla</a:t>
            </a:r>
            <a:r>
              <a:rPr lang="da-DK" dirty="0"/>
              <a:t> </a:t>
            </a:r>
            <a:r>
              <a:rPr lang="da-DK" dirty="0" err="1"/>
              <a:t>facilisi</a:t>
            </a:r>
            <a:r>
              <a:rPr lang="da-DK" dirty="0"/>
              <a:t> </a:t>
            </a:r>
            <a:r>
              <a:rPr lang="da-DK" dirty="0" err="1"/>
              <a:t>etiam</a:t>
            </a:r>
            <a:r>
              <a:rPr lang="da-DK" dirty="0"/>
              <a:t>. </a:t>
            </a:r>
            <a:r>
              <a:rPr lang="da-DK" dirty="0" err="1"/>
              <a:t>Nunc</a:t>
            </a:r>
            <a:r>
              <a:rPr lang="da-DK" dirty="0"/>
              <a:t> </a:t>
            </a:r>
            <a:r>
              <a:rPr lang="da-DK" dirty="0" err="1"/>
              <a:t>consequat</a:t>
            </a:r>
            <a:r>
              <a:rPr lang="da-DK" dirty="0"/>
              <a:t> </a:t>
            </a:r>
            <a:r>
              <a:rPr lang="da-DK" dirty="0" err="1"/>
              <a:t>interdum</a:t>
            </a:r>
            <a:r>
              <a:rPr lang="da-DK" dirty="0"/>
              <a:t> </a:t>
            </a:r>
            <a:r>
              <a:rPr lang="da-DK" dirty="0" err="1"/>
              <a:t>varius</a:t>
            </a:r>
            <a:r>
              <a:rPr lang="da-DK" dirty="0"/>
              <a:t> sit </a:t>
            </a:r>
            <a:r>
              <a:rPr lang="da-DK" dirty="0" err="1"/>
              <a:t>amet</a:t>
            </a:r>
            <a:r>
              <a:rPr lang="da-DK" dirty="0"/>
              <a:t> </a:t>
            </a:r>
            <a:r>
              <a:rPr lang="da-DK" dirty="0" err="1"/>
              <a:t>mattis</a:t>
            </a:r>
            <a:r>
              <a:rPr lang="da-DK" dirty="0"/>
              <a:t> </a:t>
            </a:r>
            <a:r>
              <a:rPr lang="da-DK" dirty="0" err="1"/>
              <a:t>vulputate</a:t>
            </a:r>
            <a:r>
              <a:rPr lang="da-DK" dirty="0"/>
              <a:t> </a:t>
            </a:r>
            <a:r>
              <a:rPr lang="da-DK" dirty="0" err="1"/>
              <a:t>enim</a:t>
            </a:r>
            <a:r>
              <a:rPr lang="da-DK" dirty="0"/>
              <a:t> </a:t>
            </a:r>
            <a:r>
              <a:rPr lang="da-DK" dirty="0" err="1"/>
              <a:t>nulla</a:t>
            </a:r>
            <a:r>
              <a:rPr lang="da-DK" dirty="0"/>
              <a:t>. </a:t>
            </a:r>
            <a:r>
              <a:rPr lang="en-US" dirty="0"/>
              <a:t>Diam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.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sed </a:t>
            </a:r>
            <a:r>
              <a:rPr lang="en-US" dirty="0" err="1"/>
              <a:t>elementum</a:t>
            </a:r>
            <a:r>
              <a:rPr lang="en-US" dirty="0"/>
              <a:t> tempus </a:t>
            </a:r>
            <a:r>
              <a:rPr lang="en-US" dirty="0" err="1"/>
              <a:t>egestas</a:t>
            </a:r>
            <a:r>
              <a:rPr lang="en-US" dirty="0"/>
              <a:t> sed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. </a:t>
            </a:r>
            <a:r>
              <a:rPr lang="en-US" dirty="0" err="1"/>
              <a:t>Accumsan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.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in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 </a:t>
            </a:r>
            <a:r>
              <a:rPr lang="en-US" dirty="0" err="1"/>
              <a:t>Sollicitudin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phasellus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 </a:t>
            </a:r>
            <a:r>
              <a:rPr lang="en-US" dirty="0" err="1"/>
              <a:t>rutrum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.</a:t>
            </a:r>
            <a:endParaRPr lang="da-DK" dirty="0"/>
          </a:p>
          <a:p>
            <a:r>
              <a:rPr lang="en-US" dirty="0"/>
              <a:t> </a:t>
            </a:r>
            <a:endParaRPr lang="da-DK" dirty="0"/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020911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1899490B4E4E742A5463CB7534ADB1F" ma:contentTypeVersion="6" ma:contentTypeDescription="Opret et nyt dokument." ma:contentTypeScope="" ma:versionID="96790a3f6215b31278c1c8ada5789a2a">
  <xsd:schema xmlns:xsd="http://www.w3.org/2001/XMLSchema" xmlns:xs="http://www.w3.org/2001/XMLSchema" xmlns:p="http://schemas.microsoft.com/office/2006/metadata/properties" xmlns:ns2="543a7c68-3a7e-4620-8796-3ab7f4590572" targetNamespace="http://schemas.microsoft.com/office/2006/metadata/properties" ma:root="true" ma:fieldsID="820eea58e6cc9fa70feaa7701f57fa8c" ns2:_="">
    <xsd:import namespace="543a7c68-3a7e-4620-8796-3ab7f459057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3a7c68-3a7e-4620-8796-3ab7f459057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945B999-D602-4A21-93F0-E0758277E04A}"/>
</file>

<file path=customXml/itemProps2.xml><?xml version="1.0" encoding="utf-8"?>
<ds:datastoreItem xmlns:ds="http://schemas.openxmlformats.org/officeDocument/2006/customXml" ds:itemID="{F720796C-CC25-4CAA-888E-6062653E58A4}"/>
</file>

<file path=customXml/itemProps3.xml><?xml version="1.0" encoding="utf-8"?>
<ds:datastoreItem xmlns:ds="http://schemas.openxmlformats.org/officeDocument/2006/customXml" ds:itemID="{03BDDD24-4B7D-4D73-B6F6-4DE458FC59C1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564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Office-tema</vt:lpstr>
      <vt:lpstr>PowerPoint-præsentation</vt:lpstr>
      <vt:lpstr>PowerPoint-præsentation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Kristian Pindstrup</dc:creator>
  <cp:lastModifiedBy>Kristian Pindstrup</cp:lastModifiedBy>
  <cp:revision>1</cp:revision>
  <dcterms:created xsi:type="dcterms:W3CDTF">2019-11-15T09:51:39Z</dcterms:created>
  <dcterms:modified xsi:type="dcterms:W3CDTF">2019-11-15T09:52:33Z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0x01010001899490B4E4E742A5463CB7534ADB1F</vt:lpwstr>
  </property>
</Properties>
</file>